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保密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保密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NiOWUxYTQwOTA3MGE4MzdhYTU1ZTljZWNmNmQxYj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3</cp:revision>
  <dcterms:created xsi:type="dcterms:W3CDTF">2023-08-09T12:44:00Z</dcterms:created>
  <dcterms:modified xsi:type="dcterms:W3CDTF">2026-05-04T10:22:29Z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2052-12.1.0.16729</vt:lpwstr>
  </property>
</Properties>
</file>